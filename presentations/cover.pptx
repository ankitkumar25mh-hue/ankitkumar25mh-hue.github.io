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60"/>
  </p:normalViewPr>
  <p:slideViewPr>
    <p:cSldViewPr snapToGrid="0">
      <p:cViewPr>
        <p:scale>
          <a:sx n="78" d="100"/>
          <a:sy n="78" d="100"/>
        </p:scale>
        <p:origin x="62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222A-6A1F-5FF5-79C8-BDF0EE070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32D52-8F1E-08D5-D18A-AACD4A137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869D9-45EE-1A78-E611-E7E807B6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C824-9BD5-77C0-66DF-95E6E1B4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95BC-FD37-69AD-E8CE-C29E500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36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FBA0-FEB0-1EFC-BDD8-C94196A5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C36A3-045F-CDB3-0ED4-A1EFF088F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1511-6287-13BB-290C-BAFFCF6F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AF4F1-2F3C-A3EA-5A7B-41238E3E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78E5C-3387-ABD7-1861-0B91A135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2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B26C-0404-6F3B-B770-E308C8F2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98884-EDB5-22F4-F0E8-133A6DCA4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C4471-FEF6-8BDC-0FBB-96B54ECE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A865-40A6-5CFE-AE7E-46621C7B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408A1-0703-7DC7-645C-A9D9063B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AC31-C829-971A-E665-F4B827C7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680F-D5DF-0072-9964-B35BA14C1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912D8-A30C-02C4-7878-77C77707E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0237F-FB51-DD1D-5D45-C35BC740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F8164-82EE-74F2-A887-0BC77FE2D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E60D2-3387-B6A9-55E0-987FC9D7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41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942A-D20D-1B88-3200-17AFE1D8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19EA5-AEC3-60F3-8113-2A7342DB0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3834E-6B33-663D-BC3B-6BA716808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A691A-AA3C-6065-26D5-3819D1F34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FD80E-D0EE-6D03-55BD-A2EAE9BB0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A1732-B18C-07D8-B60B-F6A36F0C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A4660-DCEE-680D-7B16-800BE1B5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F45E7-4971-9FD5-289F-4ABAE554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6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D9E6-490B-47F2-6613-DE70C092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EA3DD-CC68-3330-37E5-D72224BF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27C4-F777-402F-2857-65F03DF2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84713-2920-68D2-0AC2-AF864262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63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3D5FD-50E9-24C6-BA65-FA10D433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E6F35-3769-6F65-6E6F-E0EE383C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EDC80-5567-AD7A-075C-C82EBB9A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2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17B4-17B3-F915-2594-47C353FD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F876C-E902-E925-BBB0-8C0B462F3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CAF13-27A4-8A7A-FA86-5419FB2AF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41563-798C-1F5E-5F38-DBC0AFE1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D9C70-D5D1-073D-DCAF-57958D8E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84D1A-0260-EB2A-78C5-7622A9AA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11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E6A2-DAB2-6115-DF76-EB325744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EEC70-57D2-8470-4297-4266F5646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545F5-188C-2ED2-40E2-7B760FAAA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9B670-F46D-58E8-506E-C162852E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039E6-686A-FB90-3986-6201ACB1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A9161-8C98-CCBC-3847-C01702CD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0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4277-3D35-BD7A-4BA9-B64492225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19640-DD2E-7AAC-FB96-4C962BDA3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7486F-BC76-DF21-A959-CF38B50F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ED0E-AD4C-11C9-B3AD-31941407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6411-E05E-5B05-355E-6698645D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2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18F784-D6C8-96CF-31E6-20FEE2D88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CA0A5-EE62-2A26-AFB9-2BAED49B0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7FA80-FB0F-64F0-60A9-18162E29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A6121-37BC-4245-345B-B2D1B814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7447A-0AF5-9FF0-ED55-383F2993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10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6B325-169C-786D-35E4-7B322DEF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E380B-7883-6A49-F2B5-A4A36C4FD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50A11-F759-F8E0-19F6-BA28AB29F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F84F4-0EF7-46AB-BDC5-2EB345840020}" type="datetimeFigureOut">
              <a:rPr lang="en-GB" smtClean="0"/>
              <a:t>17/08/2025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09CD5-2949-6AB4-DEAE-7398FED16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FA3E1-C625-EE66-CCBA-3FA2474A5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CDC23-8B29-4E8E-B030-BAE0A474A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51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B62501-9628-C7C2-C8F2-8868538FFA0E}"/>
              </a:ext>
            </a:extLst>
          </p:cNvPr>
          <p:cNvCxnSpPr/>
          <p:nvPr/>
        </p:nvCxnSpPr>
        <p:spPr>
          <a:xfrm>
            <a:off x="4387702" y="5897526"/>
            <a:ext cx="0" cy="687572"/>
          </a:xfrm>
          <a:prstGeom prst="line">
            <a:avLst/>
          </a:prstGeom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85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97798</dc:creator>
  <cp:lastModifiedBy>97798</cp:lastModifiedBy>
  <cp:revision>1</cp:revision>
  <dcterms:created xsi:type="dcterms:W3CDTF">2025-08-17T02:46:22Z</dcterms:created>
  <dcterms:modified xsi:type="dcterms:W3CDTF">2025-08-17T02:46:47Z</dcterms:modified>
</cp:coreProperties>
</file>